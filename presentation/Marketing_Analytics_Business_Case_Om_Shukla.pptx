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varScale="1">
        <p:scale>
          <a:sx n="59" d="100"/>
          <a:sy n="59" d="100"/>
        </p:scale>
        <p:origin x="125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17.04.2026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17.04.2026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nb-NO" dirty="0"/>
              <a:t>Om Shukla</a:t>
            </a:r>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TotalTime>
  <Words>614</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Ram Shukla</cp:lastModifiedBy>
  <cp:revision>2</cp:revision>
  <dcterms:created xsi:type="dcterms:W3CDTF">2024-07-20T13:50:58Z</dcterms:created>
  <dcterms:modified xsi:type="dcterms:W3CDTF">2026-04-16T19:13:28Z</dcterms:modified>
</cp:coreProperties>
</file>